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07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39 246 24575,'0'-31'0,"1"1"0,2 0 0,8-42 0,0-10 0,-13 282 0,3-103 0,0-78 0,2-1 0,-1 0 0,2 1 0,12 34 0,-10-35 0,0 1 0,-2 0 0,0 0 0,2 31 0,-5-37 0,-4 37 0,3-48 0,0-1 0,-1 0 0,1 1 0,-1-1 0,1 0 0,-1 0 0,1 0 0,-1 0 0,0 1 0,0-1 0,0 0 0,1 0 0,-1 0 0,0 0 0,0-1 0,0 1 0,0 0 0,-1 0 0,1-1 0,0 1 0,0 0 0,0-1 0,0 1 0,-1-1 0,1 1 0,0-1 0,-1 0 0,1 0 0,0 0 0,-1 0 0,1 1 0,-3-2 0,-75-8 0,173 9 0,-24-2 0,25 2-1365,-85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12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0 444 24427,'26'64'0,"-26"-572"0,-26 572 0,26 316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15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24575,'1'4'0,"0"-1"0,0 1 0,1-1 0,-1 0 0,1 0 0,0 1 0,0-1 0,0 0 0,1-1 0,3 5 0,10 14 0,64 107 0,-75-121 0,-1 0 0,2 0 0,-1 0 0,1-1 0,0 0 0,8 7 0,-7-7 0,-1 0 0,1 0 0,-1 1 0,-1 0 0,1 0 0,5 9 0,-7-7 0,6 11 0,0-1 0,1-1 0,21 27 0,-8-2 0,-22-38 0,0 0 0,0 0 0,1 0 0,-1 0 0,1-1 0,0 1 0,0-1 0,1 0 0,-1 0 0,1 0 0,6 5 0,-9-9 0,-1 0 0,1 0 0,-1 0 0,1 0 0,-1-1 0,1 1 0,-1 0 0,1 0 0,-1-1 0,1 1 0,-1 0 0,1 0 0,-1-1 0,1 1 0,-1-1 0,0 1 0,1 0 0,-1-1 0,0 1 0,1-1 0,-1 1 0,0-1 0,0 1 0,1-1 0,-1 1 0,0-1 0,0 1 0,0-1 0,0 0 0,0 1 0,0-1 0,0 1 0,0-1 0,0 1 0,0-1 0,0 1 0,0-1 0,0 1 0,0-2 0,2-27 0,-2 28 0,1-40 0,-1 0 0,-2 0 0,-2 0 0,-9-40 0,10 62 30,0 1 0,2-1 0,0-33 0,2 35-401,-1-1 0,-1 0-1,-6-34 1,2 36-6455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16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0 24575,'2'1'0,"-1"-1"0,0 0 0,0 1 0,0-1 0,0 1 0,0 0 0,0-1 0,0 1 0,0 0 0,0 0 0,0-1 0,0 1 0,-1 0 0,1 0 0,0 0 0,-1 0 0,1 0 0,0 0 0,-1 0 0,1 1 0,-1-1 0,0 0 0,1 0 0,-1 0 0,0 0 0,0 1 0,1 1 0,4 39 0,-5-38 0,0 5 10,1 0 0,-2 0 0,1 0 0,-1-1 0,0 1 0,-1 0 0,0-1 0,0 1 0,-1-1 0,0 0 0,-7 12 0,7-15-93,0 0 1,-1 0-1,0 0 1,0-1-1,0 1 1,0-1-1,-1 0 1,0 0-1,1-1 1,-1 0-1,-1 0 1,1 0-1,0 0 1,-1-1-1,1 1 1,-1-2-1,-10 3 1,7-2-6744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17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113 353 24575,'1'-91'0,"-3"-98"0,1 179 0,0 1 0,-1-1 0,-1 1 0,1-1 0,-8-14 0,4 65 0,5 16 0,4 122 0,3-141 0,2 1 0,2-1 0,26 66 0,-24-72 0,-3-11 0,-1 0 0,5 24 0,-12-39 0,0 0 0,0 1 0,0-1 0,-1 0 0,0 1 0,0-1 0,-1 1 0,0-1 0,0 0 0,0 1 0,-4 10 0,3-14 0,-1 0 0,1 0 0,-1 0 0,1 0 0,-1-1 0,0 1 0,0-1 0,0 0 0,0 0 0,-1 0 0,1 0 0,0 0 0,-1-1 0,1 1 0,-1-1 0,0 0 0,1 0 0,-1-1 0,0 1 0,0-1 0,1 0 0,-1 0 0,-7-1 0,4 2 0,1-1 0,-1-1 0,0 0 0,0 0 0,1 0 0,-1 0 0,1-1 0,-1 0 0,1-1 0,0 1 0,0-1 0,-10-6 0,16 8 0,-1 1 0,1 0 0,0-1 0,-1 1 0,1 0 0,-1-1 0,1 1 0,0 0 0,-1-1 0,1 1 0,-1 0 0,1-1 0,0 1 0,0-1 0,-1 1 0,1-1 0,0 1 0,0-1 0,0 1 0,0-1 0,-1 1 0,1-1 0,0 1 0,0-1 0,0 1 0,0-1 0,0 1 0,0-1 0,0 0 0,0 1 0,1-1 0,-1 1 0,0-1 0,0 1 0,0-1 0,0 1 0,1-1 0,0 0 0,22-9 0,32 4 0,79 7-1365,-112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20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24575,'3'3'0,"0"1"0,-1 0 0,0 0 0,1 0 0,-2 0 0,1 0 0,0 0 0,-1 0 0,1 1 0,-1-1 0,-1 0 0,2 7 0,0 60 0,-2-51 0,2 17 0,-1-24 0,0 0 0,-1 0 0,0 0 0,-1 0 0,-1 0 0,-5 23 0,6-34-54,-1 1-1,1-1 0,-1 0 1,0 1-1,0-1 1,0 0-1,0 0 0,0 0 1,0-1-1,-1 1 1,1 0-1,-1-1 0,1 0 1,-1 1-1,1-1 0,-1 0 1,0 0-1,1-1 1,-1 1-1,0 0 0,0-1 1,0 0-1,1 0 1,-6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22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64 232 24575,'0'-231'0,"0"265"0,0 1 0,3-1 0,10 54 0,-1-22 0,-10-48 0,2 1 0,0-1 0,1 0 0,11 29 0,-10-32 0,-2 0 0,0 0 0,0 0 0,-2 1 0,2 28 0,6 31 0,-9-73 0,-1 0 0,1 0 0,-1 0 0,0 1 0,1-1 0,-1 0 0,0 0 0,0 0 0,0 1 0,-1-1 0,1 0 0,0 0 0,-1 0 0,1 0 0,-1 0 0,0 0 0,0 0 0,0 0 0,0 0 0,0 0 0,0 0 0,-1 0 0,1 0 0,0-1 0,-1 1 0,0-1 0,1 1 0,-1-1 0,0 1 0,0-1 0,1 0 0,-1 0 0,0 0 0,0 0 0,0 0 0,0-1 0,-1 1 0,1-1 0,-3 1 0,-9 1 0,-1 0 0,1-1 0,0-1 0,-29-3 0,28 2 0,56 2 0,-10-1 0,0 2 0,42 8 0,10 1 0,-82-11 1,-1 0 1,0 0-1,0 0 0,1 0 0,-1 0 0,0 0 0,1 0 1,-1 0-1,0 0 0,0 0 0,1 0 0,-1 0 0,0 0 0,1 0 1,-1 0-1,0 0 0,0 0 0,1 0 0,-1 0 0,0 1 1,0-1-1,0 0 0,1 0 0,-1 0 0,0 0 0,0 1 1,0-1-1,1 0 0,-1 0 0,0 0 0,0 1 0,0-1 0,0 0 1,0 0-1,1 1 0,-1-1 0,0 0 0,0 1 0,0-1 1,0 0-1,0 0 0,0 1 0,0-1 0,0 0 0,0 0 1,0 1-1,0-1 0,0 0 0,0 1 0,0-1 0,0 0 0,-1 0 1,1 1-1,0-1 0,-14 11-498,10-8-435,-8 6-5894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27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161 333 24575,'0'-332'0,"0"381"0,-2-11 0,3 1 0,1 0 0,12 64 0,-10-82 0,-1 0 0,-1 1 0,-2 27 0,0-30 0,0 1 0,2 0 0,0-1 0,6 23 0,-8-40 0,1-1 0,0 1 0,-1 0 0,1-1 0,-1 1 0,0 0 0,1-1 0,-1 1 0,0 0 0,0 0 0,0-1 0,0 1 0,0 0 0,0 0 0,-1-1 0,1 1 0,-1 0 0,1 0 0,-1-1 0,0 1 0,1-1 0,-1 1 0,0-1 0,0 1 0,0-1 0,0 1 0,0-1 0,-1 0 0,1 1 0,0-1 0,-1 0 0,1 0 0,-3 1 0,-2 1 0,-1-2 0,0 1 0,1-1 0,-1 0 0,0 0 0,0 0 0,-11-2 0,-45-6 0,60 6 0,-1 1 0,1-1 0,0 1 0,0-1 0,0 0 0,0 0 0,1-1 0,-1 1 0,0 0 0,0-1 0,1 0 0,-1 0 0,1 0 0,-1 0 0,1 0 0,0 0 0,-3-4 0,5 5 0,0 1 0,0-1 0,0 0 0,1 0 0,-1 1 0,0-1 0,0 0 0,1 1 0,-1-1 0,0 1 0,1-1 0,-1 0 0,0 1 0,1-1 0,-1 1 0,1-1 0,-1 1 0,1-1 0,-1 1 0,1 0 0,-1-1 0,1 1 0,0-1 0,-1 1 0,1 0 0,0 0 0,-1-1 0,1 1 0,0 0 0,-1 0 0,1 0 0,0 0 0,-1 0 0,1 0 0,0 0 0,1 0 0,30-4 0,-30 4 0,27 0 0,1 2 0,0 1 0,-1 1 0,1 2 0,33 11 0,14 2 0,-58-14-1365,-3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29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226 278 24575,'-2'-38'0,"-9"-55"0,5 55 0,-1-47 0,4 63 0,2 22 0,1 0 0,0-1 0,0 1 0,0 0 0,0 0 0,0 0 0,-1 0 0,1 0 0,0 0 0,0 0 0,0 0 0,-1 0 0,1 0 0,0 0 0,0 0 0,0 0 0,-1 0 0,1 0 0,0 0 0,0 0 0,0 0 0,0 0 0,-1 0 0,1 0 0,0 0 0,0 0 0,0 0 0,0 1 0,-1-1 0,1 0 0,0 0 0,0 0 0,0 0 0,0 0 0,0 0 0,-1 1 0,1-1 0,0 0 0,0 0 0,0 0 0,0 0 0,0 1 0,0-1 0,0 0 0,0 0 0,0 0 0,0 0 0,0 1 0,-12 37 0,8 164 0,5-117 0,0-69 0,1-1 0,0 1 0,6 19 0,4 36 0,-11-62 0,1 0 0,-1 0 0,1 0 0,1 0 0,-1 0 0,2 0 0,-1-1 0,10 17 0,-12-24 0,0 0 0,0 0 0,-1 0 0,1 0 0,0 0 0,-1 1 0,1-1 0,-1 0 0,1 1 0,-1-1 0,1 0 0,-1 1 0,0-1 0,0 1 0,0-1 0,0 0 0,0 1 0,0-1 0,0 1 0,0-1 0,0 0 0,-1 1 0,1-1 0,-1 1 0,1-1 0,-1 0 0,1 0 0,-1 1 0,0-1 0,0 0 0,1 0 0,-1 0 0,0 0 0,0 0 0,0 0 0,0 0 0,0 0 0,0 0 0,-1 0 0,1-1 0,0 1 0,0 0 0,-1-1 0,1 1 0,0-1 0,-1 1 0,1-1 0,0 0 0,-1 0 0,-2 1 0,-11 1 0,1-1 0,-1 0 0,0-1 0,-15-1 0,14 0 0,4 1 0,1-1 0,-1-1 0,1 0 0,0 0 0,0-1 0,0 0 0,-12-6 0,65 3 0,245 7-1365,-266-1-5461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30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0 24575,'-2'46'0,"-3"-1"0,-1 0 0,-2 0 0,-18 59 0,24-100-97,0 1-1,0-1 1,0 0-1,-1 0 1,1 0-1,-1 0 1,0 0-1,0 0 1,0-1-1,-1 0 1,1 1-1,-1-1 0,-5 3 1,-4 2-6729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33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86 361 24575,'0'-30'0,"-1"0"0,-2 0 0,-8-41 0,10 61 0,0 1 0,1-1 0,0 1 0,0-1 0,1 1 0,0-1 0,5-16 0,-4 18 0,0-1 0,0 0 0,-1 1 0,0-1 0,-1 0 0,1 0 0,-2 1 0,-2-18 0,3 25 0,0 1 0,0-1 0,0 1 0,0-1 0,0 1 0,0-1 0,0 1 0,0 0 0,0-1 0,0 1 0,-1-1 0,1 1 0,0-1 0,0 1 0,0 0 0,-1-1 0,1 1 0,0 0 0,-1-1 0,1 1 0,0-1 0,-1 1 0,1 0 0,0 0 0,-1-1 0,1 1 0,0 0 0,-1 0 0,1 0 0,-1-1 0,0 1 0,-5 13 0,0 23 0,4-4 0,1-1 0,1 1 0,2-1 0,2 1 0,7 33 0,-11-64 0,11 40 0,-2 0 0,-2 0 0,3 77 0,-10-107 0,1 0 0,0 0 0,1 0 0,0 0 0,1 0 0,0-1 0,7 17 0,-9-26 0,-1 0 0,0 0 0,0-1 0,1 1 0,-1 0 0,0 0 0,0 0 0,0 0 0,0 0 0,0-1 0,0 1 0,0 0 0,0 0 0,-1 0 0,1 0 0,0 0 0,0-1 0,-1 1 0,1 0 0,0 0 0,-1 0 0,1-1 0,-1 1 0,1 0 0,-1-1 0,0 1 0,1 0 0,-1-1 0,1 1 0,-1-1 0,0 1 0,0-1 0,1 1 0,-1-1 0,0 1 0,0-1 0,0 0 0,1 0 0,-1 1 0,0-1 0,0 0 0,0 0 0,0 0 0,0 0 0,1 0 0,-1 0 0,0 0 0,0 0 0,-1 0 0,-57-1 0,46 0 0,-26-1 0,66 1 0,15 3 0,-25-1 0,-1 0 0,1-2 0,-1 0 0,30-5 0,-33 1-1365,-8-1-5461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36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24575,'0'4'0,"0"6"0,0 6 0,0 4 0,0 3 0,0 2 0,0 1 0,0 1 0,0-1 0,-4-4 0,-2-1 0,-3-5 0,-6-5 0,1-4-8191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37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1 152 24575,'1'0'0,"0"1"0,0-1 0,0 1 0,1-1 0,-1 1 0,0 0 0,0 0 0,0-1 0,-1 1 0,1 0 0,0 0 0,0 0 0,0 0 0,-1 0 0,1 0 0,0 1 0,-1-1 0,1 0 0,0 2 0,12 32 0,-10-26 0,137 390 0,-139-396 0,0 2 0,0 0 0,1-1 0,0 1 0,0 0 0,0-1 0,0 0 0,5 6 0,-3-11 0,-2-12 0,-3-13 0,-16-52 0,7 33 0,-20-63 0,29 107 0,-8-24 0,-1 0 0,-17-29 0,22 43 0,0-1 0,1 0 0,1 1 0,0-1 0,-3-24 0,1 10 0,5 25 0,-1 0 0,1 0 0,0 0 0,-1 0 0,1 0 0,0 0 0,0-1 0,0 1 0,0 0 0,0 0 0,0 0 0,0 0 0,0 0 0,1 0 0,-1 0 0,0 0 0,1 0 0,-1 0 0,1 0 0,-1 0 0,1 0 0,-1 0 0,1 0 0,-1 0 0,1 0 0,0 0 0,0 1 0,-1-1 0,1 0 0,2-1 0,-1 2 0,1-1 0,-1 1 0,0-1 0,1 1 0,-1 0 0,1 0 0,-1 0 0,0 0 0,1 1 0,-1-1 0,1 1 0,-1-1 0,3 2 0,6 2 0,0 0 0,-1 1 0,1 0 0,-1 1 0,9 7 0,26 30 0,-34-32 0,0 0 0,0 0 0,19 12 0,-21-17 0,-1 1 0,0 0 0,-1 0 0,9 10 0,28 25 0,-32-32 0,-1 0 0,1 1 0,12 15 0,-13-13 0,1-1 0,22 19 0,-15-16 0,-13-9 0,0-1 0,0 0 0,1-1 0,-1 1 0,1-1 0,9 4 0,-15-8 0,0 1 0,0-1 0,0 0 0,1 0 0,-1 1 0,0-1 0,0 0 0,0 0 0,0 0 0,0 0 0,0-1 0,0 1 0,0 0 0,0 0 0,0-1 0,0 1 0,0 0 0,0-1 0,0 1 0,0-1 0,1 0 0,-1-1 0,1 1 0,-1-1 0,0 0 0,0 0 0,1 0 0,-1 0 0,0 0 0,-1 0 0,1 0 0,0 0 0,0 0 0,-1-1 0,1-3 0,2-27 0,-1 1 0,-4-64 0,-1 23 0,2 52 0,-1 0 0,-10-38 0,1 9 0,-9-31-1365,17 62-5461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39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38 395 24575,'1'-1'0,"1"0"0,0 0 0,-1 0 0,1 1 0,-1-1 0,1-1 0,-1 1 0,1 0 0,-1 0 0,0 0 0,0-1 0,0 1 0,0-1 0,0 1 0,0-1 0,0 1 0,1-3 0,14-30 0,-11 17 0,-2 0 0,1 0 0,-2 0 0,0-1 0,-1-17 0,-7-89 0,5 116 0,-5-40 0,5 46 0,1 0 0,0 0 0,-1 0 0,0 0 0,1 0 0,-1 0 0,0 1 0,0-1 0,0 0 0,0 0 0,0 0 0,0 1 0,-1-1 0,1 1 0,0-1 0,-1 1 0,0-1 0,1 1 0,-3-2 0,3 3 0,0 0 0,0 0 0,1 1 0,-1-1 0,0 0 0,1 0 0,-1 0 0,0 0 0,1 1 0,-1-1 0,0 0 0,1 1 0,-1-1 0,1 0 0,-1 1 0,1-1 0,-1 1 0,0-1 0,1 1 0,0-1 0,-1 1 0,1-1 0,-1 1 0,1 0 0,0-1 0,-1 1 0,1-1 0,0 1 0,0 0 0,-1-1 0,1 1 0,0 0 0,0 0 0,0-1 0,0 1 0,0 0 0,0-1 0,0 1 0,0 1 0,0 30 0,22 133 0,-18-147 0,0-1 0,1 1 0,8 19 0,11 44 0,-22-75 0,-1 0 0,-1 0 0,1 0 0,-1 0 0,0 0 0,-1 0 0,1 0 0,-1 0 0,0 0 0,-1 0 0,-1 6 0,2-10 0,-1 0 0,1 0 0,0 1 0,-1-1 0,0 0 0,1 0 0,-1-1 0,0 1 0,0 0 0,0-1 0,0 1 0,0-1 0,-1 1 0,1-1 0,0 0 0,-1 0 0,1 0 0,-1 0 0,1-1 0,-1 1 0,-4 0 0,-53 1 0,222-8 0,-119-3-1365,-26 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44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169 454 24575,'2'0'0,"-1"0"0,0-1 0,0 1 0,0-1 0,0 0 0,0 1 0,0-1 0,0 0 0,0 1 0,0-1 0,0 0 0,-1 0 0,1 0 0,0 0 0,0 0 0,-1 0 0,1 0 0,-1 0 0,1 0 0,-1 0 0,1-1 0,-1 1 0,0 0 0,1 0 0,-1 0 0,0-1 0,0-1 0,5-38 0,-5 36 0,5-87 0,-10-125 0,4 208 0,-1-1 0,0 0 0,0 1 0,-1 0 0,-6-16 0,2 66 0,6 16 0,4 122 0,1-156 0,0 1 0,2-2 0,0 1 0,16 33 0,2 10 0,-24-64 0,1-1 0,0 1 0,-1 0 0,1 0 0,-1 0 0,1 0 0,-1 0 0,0 0 0,0 0 0,0 0 0,0 0 0,0 0 0,-1 0 0,1 0 0,0 0 0,-1 0 0,1 0 0,-1-1 0,0 1 0,0 0 0,0 0 0,0 0 0,0-1 0,0 1 0,0-1 0,0 1 0,-1-1 0,1 1 0,-1-1 0,1 0 0,-1 1 0,0-1 0,1 0 0,-1 0 0,0 0 0,0-1 0,1 1 0,-1 0 0,0-1 0,0 1 0,0-1 0,0 1 0,-2-1 0,-13 2 0,1 0 0,0-1 0,-1-1 0,-22-2 0,15 0 0,-43 1 0,86 1 0,115-1 0,-117 0 0,0-1 0,-1-1 0,1 0 0,0-2 0,-1 1 0,21-10 0,-34 12-19,1 0 0,0 1 1,0-1-1,0 1 0,1 1 0,-1-1 0,0 0 0,0 1 0,0 0 0,0 0 0,1 0 0,-1 0 0,0 1 0,0 0 0,0-1 1,0 2-1,0-1 0,0 0 0,0 1 0,0 0 0,0 0 0,-1 0 0,6 3 0,8 4-892,-1-2-5915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1 24575,'0'18'0,"0"24"0,-7 61 0,5-87 0,-1-1 0,-1 1 0,-1-1 0,0 0 0,-1-1 0,0 1 0,-12 17 0,10-15 0,1 0 0,1 1 0,0 0 0,1 1 0,1-1 0,1 1 0,1-1 0,0 30 0,-2-9 0,-3-11 120,7-28-154,0 1 0,0-1 1,0 1-1,-1-1 0,1 1 0,0-1 1,-1 1-1,1-1 0,-1 0 0,1 1 1,0-1-1,-1 1 0,1-1 0,-1 0 1,1 1-1,-1-1 0,1 0 0,-1 0 1,1 1-1,-1-1 0,1 0 0,-1 0 1,0 0-1,1 0 0,-1 0 0,1 1 1,-1-1-1,1 0 0,-1 0 0,0-1 1,1 1-1,-1 0 0,1 0 0,-1 0 1,1 0-1,-1 0 0,1-1 0,-1 1 1,0 0-1,1 0 0,-1-1 0,1 1 1,-1-1-1,-8-6-6792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46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41 373 24575,'-1'-38'0,"0"-5"0,2 0 0,1 0 0,12-56 0,-10 77 0,-1 0 0,1-39 0,-4 61 0,-1 0 0,1 0 0,0 0 0,0 0 0,0 0 0,0 0 0,0 0 0,0 0 0,0 0 0,0 0 0,0 0 0,0 0 0,0 0 0,0 0 0,0 0 0,-1 0 0,1 0 0,0 0 0,0 0 0,0 0 0,0 0 0,0 0 0,0 0 0,0 0 0,0 0 0,0 0 0,0 0 0,0 0 0,0 0 0,-1 0 0,1 0 0,0 0 0,0 0 0,0 0 0,0 0 0,0 0 0,0 0 0,0 0 0,0 0 0,0-1 0,0 1 0,0 0 0,0 0 0,0 0 0,0 0 0,0 0 0,0 0 0,0 0 0,0 0 0,0 0 0,0 0 0,0 0 0,0 0 0,0-1 0,-7 13 0,-4 16 0,7-1 0,0 0 0,2 0 0,1 0 0,1 0 0,2 0 0,6 39 0,-5-55 0,2 0 0,-1-1 0,1 1 0,0-1 0,9 11 0,18 40 0,-11-6 0,-11-31 0,13 47 0,-9-29 0,-11-34 0,0 0 0,0 0 0,-1 0 0,0 0 0,0 0 0,0 13 0,-2-20 0,-1 0 0,1 0 0,0 0 0,-1 0 0,1 0 0,-1 0 0,0 0 0,1-1 0,-1 1 0,0 0 0,1 0 0,-1 0 0,0-1 0,0 1 0,0 0 0,0-1 0,1 1 0,-1-1 0,0 1 0,0-1 0,0 1 0,0-1 0,0 0 0,0 0 0,-1 1 0,1-1 0,0 0 0,0 0 0,0 0 0,-1 0 0,-41 0 0,35 0 0,-113-4 0,151 5 0,8-1 0,0 2 0,60 10 0,-31-2-1365,-46-9-5461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47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24575,'2'72'0,"0"-48"0,0 0 0,-2 0 0,-1 0 0,-1 0 0,-1 0 0,-1-1 0,-8 29 0,8-42-151,-1-1-1,1 0 0,-1 1 0,-1-2 1,0 1-1,0-1 0,0 0 1,-13 12-1,8-9-6674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4T17:03:49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0 104 24575,'2'1'0,"1"-1"0,-1 1 0,0-1 0,0 1 0,0 0 0,0 0 0,0 0 0,0 0 0,0 1 0,0-1 0,0 0 0,0 1 0,0-1 0,-1 1 0,1 0 0,-1 0 0,1-1 0,-1 1 0,0 0 0,0 0 0,0 0 0,0 0 0,0 1 0,0-1 0,0 0 0,-1 0 0,1 0 0,-1 1 0,1 2 0,2 10 0,-1-1 0,1 31 0,-3-44 0,12 111 0,-6-77 0,1 49 0,-7-72 0,1-1 0,0 0 0,1 0 0,0 0 0,0 0 0,9 20 0,-5-97 0,-6 17 0,1 9 0,-1 0 0,-3 0 0,-11-64 0,12 100 0,1-1 0,1 0 0,-1 0 0,1 0 0,-1 0 0,1 0 0,1 1 0,-1-1 0,3-9 0,-3 13 0,0 0 0,0 1 0,1-1 0,-1 0 0,0 1 0,0-1 0,1 1 0,-1-1 0,1 1 0,-1-1 0,1 1 0,-1-1 0,0 1 0,1-1 0,0 1 0,-1 0 0,1-1 0,-1 1 0,1 0 0,-1-1 0,1 1 0,0 0 0,-1 0 0,1 0 0,0-1 0,-1 1 0,2 0 0,0 1 0,0-1 0,1 1 0,-1-1 0,0 1 0,0 0 0,0 0 0,0 0 0,0 0 0,0 0 0,-1 1 0,1-1 0,0 0 0,1 3 0,15 13 0,-1 1 0,0 1 0,17 27 0,-17-22 0,37 39 0,118 96 0,-159-146 0,-5-5 0,-1 0 0,1-1 0,1 0 0,-1 0 0,16 8 0,-23-14 0,1-1 0,-1 1 0,0-1 0,0 1 0,1-1 0,-1 0 0,0 0 0,1 1 0,-1-1 0,0 0 0,1 0 0,-1 0 0,0 0 0,0-1 0,1 1 0,-1 0 0,0 0 0,1-1 0,-1 1 0,0-1 0,2 0 0,-2-1 0,1 1 0,0-1 0,-1 0 0,1 0 0,-1 0 0,1 0 0,-1 0 0,0 0 0,0 0 0,0 0 0,0 0 0,0-1 0,-1 1 0,1 0 0,-1-1 0,1-2 0,2-24 0,0-1 0,-2 0 0,-4-43 0,0 1 0,1 52 0,0 0 0,-2-1 0,0 1 0,-12-33 0,-8-40 0,8 33-1365,11 43-5461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8059-7A48-8A65-1A42-C7235F2A6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A1267-ACE6-5FCD-4048-AEC76933C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77D924-F46A-1E18-39D3-104FC5AC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DAADB0-DF73-2812-C972-09E33721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1853E7-161A-C5B6-015D-666CEE05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7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6639B-99B3-C745-1313-29F6C686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18C5D1-5093-281E-36B2-C8D25A18C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22D3-74F0-8141-39E1-340B0DE9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435325-042B-FA2C-3426-CA1A9CA4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6E8D7B-CB62-2B57-B15A-B65BAE05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4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A0FDF-BB58-AB3F-3872-C9134BB36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0D7EF7-C2C4-5AF8-F53F-05804BCF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36460E-CC5B-11E2-5DC8-28E6B1BF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21E166-936B-03E6-4D08-266662E7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3AF72E-861B-274E-DE33-A21C9AE8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17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23B83-688D-078A-2F0E-86687056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F94B2-E715-C417-53E4-10089625D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87CB5A-53ED-612A-499A-55B1914EA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04973D-0D56-7343-1EFB-882BA845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7F2012-8B48-D5CF-6B17-61A7355A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DE3AD1-77FF-6C85-DE6F-CCEB9391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86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0D5EC-112A-9879-B049-75833A63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FBC94D-8C06-745A-F9E9-B9C92FD00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29ED1A-6AD7-E8C7-15A6-0F7F8D903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42DE35-BCF6-DCB8-9A88-A50026984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2AF1EA-BABE-9ECC-8DC2-FE9F26C64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2A51AE-2163-3BDE-BA00-21A5223F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D3D8E3-4E68-9077-1F5A-EBAFF347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D45C80-EE35-AC0B-9121-48FA3212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5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6C1A9-C759-4A6D-3E40-60CAB369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2A67F5-2AB0-B040-49EB-51254A67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817F1E-DE25-CF2B-EDA1-BCE7B491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374069-D71B-AA49-947B-849A108E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02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A37FB4-0CFC-9F2E-6B76-44CD161C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29A222-ED9C-B0C7-D995-6CF2D7F2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C02B94-BEEE-46A2-9E97-E56C67C0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91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C1809-FE88-E1A3-CFF7-6E291623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81A44-240C-F18C-0F04-F65BD3D99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CD855B-067D-49B1-EDFB-FA039AE75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F2BFB9-2AE9-1174-1670-D9CB8B8C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645FAE-6432-4525-8274-89EBC52A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859C6C-FB92-CA8E-E2F4-CA976D72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43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327BD-8D10-6B46-FD1C-80D57FE5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1387F81-381B-5C4C-71D5-C6DC77CC3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42E004-A7A5-6C91-006E-AC23C74C3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4DA275-5A25-B6D7-9CC6-59BA4961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865765-19F2-4DDB-3BC4-2BBF81B2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5EB5D2-CFBC-D668-F976-1D8CD520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6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7F876-0EB8-B32C-682A-DBEAC869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BB8B8D-E076-EA12-FE2E-699BFDD50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8E8F78-70D2-9C83-1E8F-E0CE4D47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A400B0-25F1-88D4-72BD-AC8913D6E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D1F0AD-BF96-9FB2-216C-8194223F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52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8279F7-5F5D-BBC9-95B0-0126882CA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4C277F-A7A4-BBB1-977B-57BD3713F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4A4FEB-3C76-5D62-9A44-83EF0B5B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BEF0CF-72DB-F71C-6AEE-07FCB0E7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0855EB-99E2-5C85-6E59-FA130543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058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338B2C5-6686-67DB-3E02-C0D027F7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5415A-FEAF-BED4-9F0A-2E93F5AAC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2CC9CE-00F3-BE36-AB28-E84D63C8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55E72-21F1-415F-A2C3-8BC67944E3ED}" type="datetimeFigureOut">
              <a:rPr lang="pt-BR" smtClean="0"/>
              <a:t>24/07/2025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4E9C59-DFC3-9072-5FDB-8E1297BB1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81E879-A8B5-C09E-D200-AA92E7DED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CFBDF-A7C5-412B-B765-AFEE2B3A3E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40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2C08BD4-FECF-3381-656E-EC12F9DAC35C}"/>
              </a:ext>
            </a:extLst>
          </p:cNvPr>
          <p:cNvSpPr/>
          <p:nvPr/>
        </p:nvSpPr>
        <p:spPr>
          <a:xfrm>
            <a:off x="886968" y="512064"/>
            <a:ext cx="22128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Usuario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4BC812-E484-A813-8437-A206974816B8}"/>
              </a:ext>
            </a:extLst>
          </p:cNvPr>
          <p:cNvSpPr/>
          <p:nvPr/>
        </p:nvSpPr>
        <p:spPr>
          <a:xfrm>
            <a:off x="886968" y="1691640"/>
            <a:ext cx="22128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727402-B00F-0E3F-B41B-EDD6B567518E}"/>
              </a:ext>
            </a:extLst>
          </p:cNvPr>
          <p:cNvSpPr/>
          <p:nvPr/>
        </p:nvSpPr>
        <p:spPr>
          <a:xfrm>
            <a:off x="886968" y="2871216"/>
            <a:ext cx="22128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Movimentacao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A63B619-6295-42A7-C832-4FEDCEFDBEDD}"/>
              </a:ext>
            </a:extLst>
          </p:cNvPr>
          <p:cNvSpPr/>
          <p:nvPr/>
        </p:nvSpPr>
        <p:spPr>
          <a:xfrm>
            <a:off x="886968" y="4050792"/>
            <a:ext cx="22128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Categoria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B8D63B-A59D-87ED-75F9-CBACA06D82AB}"/>
              </a:ext>
            </a:extLst>
          </p:cNvPr>
          <p:cNvSpPr/>
          <p:nvPr/>
        </p:nvSpPr>
        <p:spPr>
          <a:xfrm>
            <a:off x="886968" y="5230368"/>
            <a:ext cx="2212848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Fornecedor</a:t>
            </a:r>
          </a:p>
        </p:txBody>
      </p:sp>
    </p:spTree>
    <p:extLst>
      <p:ext uri="{BB962C8B-B14F-4D97-AF65-F5344CB8AC3E}">
        <p14:creationId xmlns:p14="http://schemas.microsoft.com/office/powerpoint/2010/main" val="76251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516C-AA72-16B0-8B96-780C3430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29A1F5-68E5-AFCB-C8F3-52589C3C5D79}"/>
              </a:ext>
            </a:extLst>
          </p:cNvPr>
          <p:cNvSpPr/>
          <p:nvPr/>
        </p:nvSpPr>
        <p:spPr>
          <a:xfrm>
            <a:off x="438912" y="859536"/>
            <a:ext cx="1938528" cy="512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Usuario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354E59-F2EC-25B6-FB3A-EF38FC0314B8}"/>
              </a:ext>
            </a:extLst>
          </p:cNvPr>
          <p:cNvSpPr/>
          <p:nvPr/>
        </p:nvSpPr>
        <p:spPr>
          <a:xfrm>
            <a:off x="9015984" y="859536"/>
            <a:ext cx="1938528" cy="512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F404BD8-DD6A-6415-4507-2E85E07D33D5}"/>
              </a:ext>
            </a:extLst>
          </p:cNvPr>
          <p:cNvSpPr/>
          <p:nvPr/>
        </p:nvSpPr>
        <p:spPr>
          <a:xfrm>
            <a:off x="4727448" y="859536"/>
            <a:ext cx="1938528" cy="512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Movimentacao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C5E3D95-DA75-089F-F77E-77F0667B057A}"/>
              </a:ext>
            </a:extLst>
          </p:cNvPr>
          <p:cNvSpPr/>
          <p:nvPr/>
        </p:nvSpPr>
        <p:spPr>
          <a:xfrm>
            <a:off x="9015984" y="2670048"/>
            <a:ext cx="1938528" cy="512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Categoria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0F25CE-7FB7-99D7-3304-660D3FED2C7F}"/>
              </a:ext>
            </a:extLst>
          </p:cNvPr>
          <p:cNvSpPr/>
          <p:nvPr/>
        </p:nvSpPr>
        <p:spPr>
          <a:xfrm>
            <a:off x="438912" y="2670048"/>
            <a:ext cx="1938528" cy="512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Fornecedor</a:t>
            </a:r>
          </a:p>
        </p:txBody>
      </p:sp>
      <p:sp>
        <p:nvSpPr>
          <p:cNvPr id="2" name="Losango 1">
            <a:extLst>
              <a:ext uri="{FF2B5EF4-FFF2-40B4-BE49-F238E27FC236}">
                <a16:creationId xmlns:a16="http://schemas.microsoft.com/office/drawing/2014/main" id="{2B49E41D-4608-F7F9-59B5-A1883E596ACA}"/>
              </a:ext>
            </a:extLst>
          </p:cNvPr>
          <p:cNvSpPr/>
          <p:nvPr/>
        </p:nvSpPr>
        <p:spPr>
          <a:xfrm>
            <a:off x="2734056" y="859536"/>
            <a:ext cx="1636776" cy="51206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Solicita</a:t>
            </a:r>
          </a:p>
        </p:txBody>
      </p:sp>
      <p:sp>
        <p:nvSpPr>
          <p:cNvPr id="3" name="Losango 2">
            <a:extLst>
              <a:ext uri="{FF2B5EF4-FFF2-40B4-BE49-F238E27FC236}">
                <a16:creationId xmlns:a16="http://schemas.microsoft.com/office/drawing/2014/main" id="{F6C83DD8-0274-7173-9552-87BAED76F1CD}"/>
              </a:ext>
            </a:extLst>
          </p:cNvPr>
          <p:cNvSpPr/>
          <p:nvPr/>
        </p:nvSpPr>
        <p:spPr>
          <a:xfrm>
            <a:off x="7022592" y="859536"/>
            <a:ext cx="1636776" cy="51206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Tem</a:t>
            </a:r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12BCFAF5-A88F-C676-C178-32D568BF4CE1}"/>
              </a:ext>
            </a:extLst>
          </p:cNvPr>
          <p:cNvSpPr/>
          <p:nvPr/>
        </p:nvSpPr>
        <p:spPr>
          <a:xfrm>
            <a:off x="9166860" y="1764792"/>
            <a:ext cx="1636776" cy="51206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Tem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BF0B082-E082-1428-26DC-7ACEA3C6C82D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2377440" y="1115568"/>
            <a:ext cx="3566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28F27BA-BD0B-8484-D7E3-D3B8007254F9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4370832" y="1115568"/>
            <a:ext cx="3566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CB13492-CABA-8A0D-1207-E0BB85733CC9}"/>
              </a:ext>
            </a:extLst>
          </p:cNvPr>
          <p:cNvCxnSpPr>
            <a:stCxn id="6" idx="3"/>
            <a:endCxn id="3" idx="1"/>
          </p:cNvCxnSpPr>
          <p:nvPr/>
        </p:nvCxnSpPr>
        <p:spPr>
          <a:xfrm>
            <a:off x="6665976" y="1115568"/>
            <a:ext cx="3566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678E591-D01A-1365-072C-03177FDA13BC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659368" y="1115568"/>
            <a:ext cx="3566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24C41376-02DF-47AA-3554-F632E944CFC0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9985248" y="1371600"/>
            <a:ext cx="0" cy="393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C9D8AC5-1507-403A-020E-07B210711C67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9985248" y="2276856"/>
            <a:ext cx="0" cy="3931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F167DF6E-CF32-4FAA-D250-D05ECE6D0587}"/>
                  </a:ext>
                </a:extLst>
              </p14:cNvPr>
              <p14:cNvContentPartPr/>
              <p14:nvPr/>
            </p14:nvContentPartPr>
            <p14:xfrm>
              <a:off x="2418264" y="524376"/>
              <a:ext cx="97560" cy="23004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F167DF6E-CF32-4FAA-D250-D05ECE6D05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2144" y="518256"/>
                <a:ext cx="1098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2F6CBB95-FF76-4534-8925-1166D5A9E241}"/>
                  </a:ext>
                </a:extLst>
              </p14:cNvPr>
              <p14:cNvContentPartPr/>
              <p14:nvPr/>
            </p14:nvContentPartPr>
            <p14:xfrm>
              <a:off x="4397904" y="512136"/>
              <a:ext cx="9720" cy="18324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2F6CBB95-FF76-4534-8925-1166D5A9E2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1784" y="506016"/>
                <a:ext cx="2196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92DBFB8-13DD-9117-CEB2-825E9D5A45B3}"/>
              </a:ext>
            </a:extLst>
          </p:cNvPr>
          <p:cNvGrpSpPr/>
          <p:nvPr/>
        </p:nvGrpSpPr>
        <p:grpSpPr>
          <a:xfrm>
            <a:off x="4416264" y="458136"/>
            <a:ext cx="328680" cy="311040"/>
            <a:chOff x="4416264" y="458136"/>
            <a:chExt cx="32868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02EC6A2B-2B1D-3CE4-BBB9-5851BA5B91E2}"/>
                    </a:ext>
                  </a:extLst>
                </p14:cNvPr>
                <p14:cNvContentPartPr/>
                <p14:nvPr/>
              </p14:nvContentPartPr>
              <p14:xfrm>
                <a:off x="4416264" y="489096"/>
                <a:ext cx="129960" cy="18828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02EC6A2B-2B1D-3CE4-BBB9-5851BA5B91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10144" y="482976"/>
                  <a:ext cx="142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E58F90F-C271-8B03-D9CC-16B7C5E766C5}"/>
                    </a:ext>
                  </a:extLst>
                </p14:cNvPr>
                <p14:cNvContentPartPr/>
                <p14:nvPr/>
              </p14:nvContentPartPr>
              <p14:xfrm>
                <a:off x="4562784" y="676656"/>
                <a:ext cx="46080" cy="9252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E58F90F-C271-8B03-D9CC-16B7C5E766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56664" y="670536"/>
                  <a:ext cx="58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3B26B50-A4EA-5AB3-4D61-9B3AF5F49610}"/>
                    </a:ext>
                  </a:extLst>
                </p14:cNvPr>
                <p14:cNvContentPartPr/>
                <p14:nvPr/>
              </p14:nvContentPartPr>
              <p14:xfrm>
                <a:off x="4659264" y="458136"/>
                <a:ext cx="85680" cy="26748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3B26B50-A4EA-5AB3-4D61-9B3AF5F4961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53144" y="452016"/>
                  <a:ext cx="9792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459463FD-5D49-2288-8567-D46AA205FA40}"/>
                  </a:ext>
                </a:extLst>
              </p14:cNvPr>
              <p14:cNvContentPartPr/>
              <p14:nvPr/>
            </p14:nvContentPartPr>
            <p14:xfrm>
              <a:off x="2571984" y="713016"/>
              <a:ext cx="26640" cy="12096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459463FD-5D49-2288-8567-D46AA205FA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65864" y="706896"/>
                <a:ext cx="388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E3C9D104-603F-39A6-C9B4-ADE12BD23E1E}"/>
                  </a:ext>
                </a:extLst>
              </p14:cNvPr>
              <p14:cNvContentPartPr/>
              <p14:nvPr/>
            </p14:nvContentPartPr>
            <p14:xfrm>
              <a:off x="2719944" y="520056"/>
              <a:ext cx="96840" cy="25092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E3C9D104-603F-39A6-C9B4-ADE12BD23E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13824" y="513936"/>
                <a:ext cx="1090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F05DC6C5-DA4A-7278-FDCA-7C3AA32D2C2D}"/>
                  </a:ext>
                </a:extLst>
              </p14:cNvPr>
              <p14:cNvContentPartPr/>
              <p14:nvPr/>
            </p14:nvContentPartPr>
            <p14:xfrm>
              <a:off x="6626304" y="584136"/>
              <a:ext cx="135720" cy="20628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F05DC6C5-DA4A-7278-FDCA-7C3AA32D2C2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20184" y="578016"/>
                <a:ext cx="14796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5ED5267-6321-6191-92CB-2CEBA2AB18F5}"/>
              </a:ext>
            </a:extLst>
          </p:cNvPr>
          <p:cNvGrpSpPr/>
          <p:nvPr/>
        </p:nvGrpSpPr>
        <p:grpSpPr>
          <a:xfrm>
            <a:off x="8660304" y="677376"/>
            <a:ext cx="145440" cy="280800"/>
            <a:chOff x="8660304" y="677376"/>
            <a:chExt cx="1454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1A1F291-C235-5165-542B-25F410F2A7AE}"/>
                    </a:ext>
                  </a:extLst>
                </p14:cNvPr>
                <p14:cNvContentPartPr/>
                <p14:nvPr/>
              </p14:nvContentPartPr>
              <p14:xfrm>
                <a:off x="8660304" y="677376"/>
                <a:ext cx="126360" cy="2296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1A1F291-C235-5165-542B-25F410F2A7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54184" y="671256"/>
                  <a:ext cx="138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EE9881F1-2E6D-CF12-C376-F7BAF9ACA166}"/>
                    </a:ext>
                  </a:extLst>
                </p14:cNvPr>
                <p14:cNvContentPartPr/>
                <p14:nvPr/>
              </p14:nvContentPartPr>
              <p14:xfrm>
                <a:off x="8767584" y="832176"/>
                <a:ext cx="38160" cy="12600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EE9881F1-2E6D-CF12-C376-F7BAF9ACA1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61464" y="826056"/>
                  <a:ext cx="5040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BD790146-0B00-2E11-4106-2D767E0CADEB}"/>
                  </a:ext>
                </a:extLst>
              </p14:cNvPr>
              <p14:cNvContentPartPr/>
              <p14:nvPr/>
            </p14:nvContentPartPr>
            <p14:xfrm>
              <a:off x="8875224" y="692856"/>
              <a:ext cx="72360" cy="23256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BD790146-0B00-2E11-4106-2D767E0CAD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69104" y="686736"/>
                <a:ext cx="8460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B012AC0-5058-874D-E08A-5860F5529A86}"/>
              </a:ext>
            </a:extLst>
          </p:cNvPr>
          <p:cNvGrpSpPr/>
          <p:nvPr/>
        </p:nvGrpSpPr>
        <p:grpSpPr>
          <a:xfrm>
            <a:off x="6794424" y="567216"/>
            <a:ext cx="303480" cy="292320"/>
            <a:chOff x="6794424" y="567216"/>
            <a:chExt cx="30348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F1BD0E07-2651-3DA5-3B1C-DAAE758D8E8D}"/>
                    </a:ext>
                  </a:extLst>
                </p14:cNvPr>
                <p14:cNvContentPartPr/>
                <p14:nvPr/>
              </p14:nvContentPartPr>
              <p14:xfrm>
                <a:off x="6794424" y="767736"/>
                <a:ext cx="17640" cy="918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F1BD0E07-2651-3DA5-3B1C-DAAE758D8E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88304" y="761616"/>
                  <a:ext cx="29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5649895-DEE0-02B6-C4E0-E96C75C0E364}"/>
                    </a:ext>
                  </a:extLst>
                </p14:cNvPr>
                <p14:cNvContentPartPr/>
                <p14:nvPr/>
              </p14:nvContentPartPr>
              <p14:xfrm>
                <a:off x="6876144" y="567216"/>
                <a:ext cx="221760" cy="2376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5649895-DEE0-02B6-C4E0-E96C75C0E3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70024" y="561096"/>
                  <a:ext cx="23400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22D132FF-DF57-9224-3D5C-BA9A82EA721D}"/>
                  </a:ext>
                </a:extLst>
              </p14:cNvPr>
              <p14:cNvContentPartPr/>
              <p14:nvPr/>
            </p14:nvContentPartPr>
            <p14:xfrm>
              <a:off x="9386424" y="1421496"/>
              <a:ext cx="80280" cy="18036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22D132FF-DF57-9224-3D5C-BA9A82EA72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80304" y="1415376"/>
                <a:ext cx="9252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Agrupar 46">
            <a:extLst>
              <a:ext uri="{FF2B5EF4-FFF2-40B4-BE49-F238E27FC236}">
                <a16:creationId xmlns:a16="http://schemas.microsoft.com/office/drawing/2014/main" id="{2518A818-1C43-A082-52AE-267EFDC4E0C8}"/>
              </a:ext>
            </a:extLst>
          </p:cNvPr>
          <p:cNvGrpSpPr/>
          <p:nvPr/>
        </p:nvGrpSpPr>
        <p:grpSpPr>
          <a:xfrm>
            <a:off x="9393984" y="2325456"/>
            <a:ext cx="435240" cy="348480"/>
            <a:chOff x="9393984" y="2325456"/>
            <a:chExt cx="43524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952D5F14-E129-6B15-685E-1353F6D413B7}"/>
                    </a:ext>
                  </a:extLst>
                </p14:cNvPr>
                <p14:cNvContentPartPr/>
                <p14:nvPr/>
              </p14:nvContentPartPr>
              <p14:xfrm>
                <a:off x="9393984" y="2342016"/>
                <a:ext cx="153000" cy="2023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952D5F14-E129-6B15-685E-1353F6D413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87864" y="2335896"/>
                  <a:ext cx="165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6C34537A-D9CE-8D66-E528-6C0287B7C80A}"/>
                    </a:ext>
                  </a:extLst>
                </p14:cNvPr>
                <p14:cNvContentPartPr/>
                <p14:nvPr/>
              </p14:nvContentPartPr>
              <p14:xfrm>
                <a:off x="9596304" y="2468736"/>
                <a:ext cx="50760" cy="2052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6C34537A-D9CE-8D66-E528-6C0287B7C8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90184" y="2462616"/>
                  <a:ext cx="63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CFFFDB7-7702-A8B1-0FB9-C82D2044E844}"/>
                    </a:ext>
                  </a:extLst>
                </p14:cNvPr>
                <p14:cNvContentPartPr/>
                <p14:nvPr/>
              </p14:nvContentPartPr>
              <p14:xfrm>
                <a:off x="9723744" y="2325456"/>
                <a:ext cx="105480" cy="2534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CFFFDB7-7702-A8B1-0FB9-C82D2044E8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17624" y="2319336"/>
                  <a:ext cx="11772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5A8BCA68-FF37-EDB8-4915-44CFC04839FB}"/>
                  </a:ext>
                </a:extLst>
              </p14:cNvPr>
              <p14:cNvContentPartPr/>
              <p14:nvPr/>
            </p14:nvContentPartPr>
            <p14:xfrm>
              <a:off x="9505224" y="1581696"/>
              <a:ext cx="34200" cy="14148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5A8BCA68-FF37-EDB8-4915-44CFC04839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99104" y="1575576"/>
                <a:ext cx="464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0968F579-2F4E-8D84-9353-9E26C12A66CB}"/>
                  </a:ext>
                </a:extLst>
              </p14:cNvPr>
              <p14:cNvContentPartPr/>
              <p14:nvPr/>
            </p14:nvContentPartPr>
            <p14:xfrm>
              <a:off x="9665064" y="1416456"/>
              <a:ext cx="213120" cy="20916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0968F579-2F4E-8D84-9353-9E26C12A66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58944" y="1410336"/>
                <a:ext cx="22536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5439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LUIZ HOLUBOSKI JUNIOR</dc:creator>
  <cp:lastModifiedBy>PEDRO LUIZ HOLUBOSKI JUNIOR</cp:lastModifiedBy>
  <cp:revision>1</cp:revision>
  <dcterms:created xsi:type="dcterms:W3CDTF">2025-07-24T17:00:03Z</dcterms:created>
  <dcterms:modified xsi:type="dcterms:W3CDTF">2025-07-24T17:06:26Z</dcterms:modified>
</cp:coreProperties>
</file>